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BE9E00-E222-944F-6EBA-9C4A75358E43}" v="207" dt="2025-12-10T20:05:36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MARTINEZ DELGADO" userId="S::jorgma16@ucm.es::94e6bcb6-994d-4bc1-95fa-5c64d1c2da56" providerId="AD" clId="Web-{ADBE9E00-E222-944F-6EBA-9C4A75358E43}"/>
    <pc:docChg chg="addSld modSld addMainMaster delMainMaster">
      <pc:chgData name="JORGE MARTINEZ DELGADO" userId="S::jorgma16@ucm.es::94e6bcb6-994d-4bc1-95fa-5c64d1c2da56" providerId="AD" clId="Web-{ADBE9E00-E222-944F-6EBA-9C4A75358E43}" dt="2025-12-10T20:05:36.388" v="192" actId="1076"/>
      <pc:docMkLst>
        <pc:docMk/>
      </pc:docMkLst>
      <pc:sldChg chg="addSp delSp modSp mod setBg modClrScheme chgLayout">
        <pc:chgData name="JORGE MARTINEZ DELGADO" userId="S::jorgma16@ucm.es::94e6bcb6-994d-4bc1-95fa-5c64d1c2da56" providerId="AD" clId="Web-{ADBE9E00-E222-944F-6EBA-9C4A75358E43}" dt="2025-12-10T19:57:48.628" v="20" actId="20577"/>
        <pc:sldMkLst>
          <pc:docMk/>
          <pc:sldMk cId="2406273178" sldId="256"/>
        </pc:sldMkLst>
        <pc:spChg chg="mod">
          <ac:chgData name="JORGE MARTINEZ DELGADO" userId="S::jorgma16@ucm.es::94e6bcb6-994d-4bc1-95fa-5c64d1c2da56" providerId="AD" clId="Web-{ADBE9E00-E222-944F-6EBA-9C4A75358E43}" dt="2025-12-10T19:57:48.628" v="20" actId="20577"/>
          <ac:spMkLst>
            <pc:docMk/>
            <pc:sldMk cId="2406273178" sldId="256"/>
            <ac:spMk id="2" creationId="{00000000-0000-0000-0000-000000000000}"/>
          </ac:spMkLst>
        </pc:spChg>
        <pc:spChg chg="add del mod">
          <ac:chgData name="JORGE MARTINEZ DELGADO" userId="S::jorgma16@ucm.es::94e6bcb6-994d-4bc1-95fa-5c64d1c2da56" providerId="AD" clId="Web-{ADBE9E00-E222-944F-6EBA-9C4A75358E43}" dt="2025-12-10T19:57:46.128" v="19" actId="20577"/>
          <ac:spMkLst>
            <pc:docMk/>
            <pc:sldMk cId="2406273178" sldId="256"/>
            <ac:spMk id="3" creationId="{00000000-0000-0000-0000-000000000000}"/>
          </ac:spMkLst>
        </pc:spChg>
        <pc:spChg chg="add">
          <ac:chgData name="JORGE MARTINEZ DELGADO" userId="S::jorgma16@ucm.es::94e6bcb6-994d-4bc1-95fa-5c64d1c2da56" providerId="AD" clId="Web-{ADBE9E00-E222-944F-6EBA-9C4A75358E43}" dt="2025-12-10T19:56:46.987" v="0"/>
          <ac:spMkLst>
            <pc:docMk/>
            <pc:sldMk cId="2406273178" sldId="256"/>
            <ac:spMk id="8" creationId="{D899EBD5-ED24-E8C2-F4DE-DB92419CF8F5}"/>
          </ac:spMkLst>
        </pc:spChg>
        <pc:cxnChg chg="add">
          <ac:chgData name="JORGE MARTINEZ DELGADO" userId="S::jorgma16@ucm.es::94e6bcb6-994d-4bc1-95fa-5c64d1c2da56" providerId="AD" clId="Web-{ADBE9E00-E222-944F-6EBA-9C4A75358E43}" dt="2025-12-10T19:56:46.987" v="0"/>
          <ac:cxnSpMkLst>
            <pc:docMk/>
            <pc:sldMk cId="2406273178" sldId="256"/>
            <ac:cxnSpMk id="10" creationId="{C12C8322-DE75-9D80-9A42-9F4652A874FD}"/>
          </ac:cxnSpMkLst>
        </pc:cxnChg>
      </pc:sldChg>
      <pc:sldChg chg="addSp delSp modSp new">
        <pc:chgData name="JORGE MARTINEZ DELGADO" userId="S::jorgma16@ucm.es::94e6bcb6-994d-4bc1-95fa-5c64d1c2da56" providerId="AD" clId="Web-{ADBE9E00-E222-944F-6EBA-9C4A75358E43}" dt="2025-12-10T20:00:46.506" v="79" actId="20577"/>
        <pc:sldMkLst>
          <pc:docMk/>
          <pc:sldMk cId="90844482" sldId="257"/>
        </pc:sldMkLst>
        <pc:spChg chg="mod">
          <ac:chgData name="JORGE MARTINEZ DELGADO" userId="S::jorgma16@ucm.es::94e6bcb6-994d-4bc1-95fa-5c64d1c2da56" providerId="AD" clId="Web-{ADBE9E00-E222-944F-6EBA-9C4A75358E43}" dt="2025-12-10T20:00:46.506" v="79" actId="20577"/>
          <ac:spMkLst>
            <pc:docMk/>
            <pc:sldMk cId="90844482" sldId="257"/>
            <ac:spMk id="2" creationId="{423BC39C-07F0-CA0A-6002-D711C2ECC684}"/>
          </ac:spMkLst>
        </pc:spChg>
        <pc:spChg chg="del">
          <ac:chgData name="JORGE MARTINEZ DELGADO" userId="S::jorgma16@ucm.es::94e6bcb6-994d-4bc1-95fa-5c64d1c2da56" providerId="AD" clId="Web-{ADBE9E00-E222-944F-6EBA-9C4A75358E43}" dt="2025-12-10T19:58:32.535" v="22"/>
          <ac:spMkLst>
            <pc:docMk/>
            <pc:sldMk cId="90844482" sldId="257"/>
            <ac:spMk id="3" creationId="{B60BEE6C-7EBB-9DE9-107E-A7CF78E8F997}"/>
          </ac:spMkLst>
        </pc:spChg>
        <pc:picChg chg="add mod ord">
          <ac:chgData name="JORGE MARTINEZ DELGADO" userId="S::jorgma16@ucm.es::94e6bcb6-994d-4bc1-95fa-5c64d1c2da56" providerId="AD" clId="Web-{ADBE9E00-E222-944F-6EBA-9C4A75358E43}" dt="2025-12-10T19:59:44.411" v="50" actId="1076"/>
          <ac:picMkLst>
            <pc:docMk/>
            <pc:sldMk cId="90844482" sldId="257"/>
            <ac:picMk id="4" creationId="{0A3E2844-E689-3373-8058-DDD37603AB5E}"/>
          </ac:picMkLst>
        </pc:picChg>
      </pc:sldChg>
      <pc:sldChg chg="addSp delSp modSp add replId">
        <pc:chgData name="JORGE MARTINEZ DELGADO" userId="S::jorgma16@ucm.es::94e6bcb6-994d-4bc1-95fa-5c64d1c2da56" providerId="AD" clId="Web-{ADBE9E00-E222-944F-6EBA-9C4A75358E43}" dt="2025-12-10T20:04:20.149" v="168" actId="1076"/>
        <pc:sldMkLst>
          <pc:docMk/>
          <pc:sldMk cId="314311781" sldId="258"/>
        </pc:sldMkLst>
        <pc:spChg chg="mod">
          <ac:chgData name="JORGE MARTINEZ DELGADO" userId="S::jorgma16@ucm.es::94e6bcb6-994d-4bc1-95fa-5c64d1c2da56" providerId="AD" clId="Web-{ADBE9E00-E222-944F-6EBA-9C4A75358E43}" dt="2025-12-10T20:00:54.616" v="86" actId="20577"/>
          <ac:spMkLst>
            <pc:docMk/>
            <pc:sldMk cId="314311781" sldId="258"/>
            <ac:spMk id="2" creationId="{AA59ED94-F4BE-7E9C-293E-32E84A15C02C}"/>
          </ac:spMkLst>
        </pc:spChg>
        <pc:spChg chg="add del mod">
          <ac:chgData name="JORGE MARTINEZ DELGADO" userId="S::jorgma16@ucm.es::94e6bcb6-994d-4bc1-95fa-5c64d1c2da56" providerId="AD" clId="Web-{ADBE9E00-E222-944F-6EBA-9C4A75358E43}" dt="2025-12-10T20:04:12.415" v="165"/>
          <ac:spMkLst>
            <pc:docMk/>
            <pc:sldMk cId="314311781" sldId="258"/>
            <ac:spMk id="5" creationId="{068B992F-E7CD-FE22-BC2B-BBABFA7716E4}"/>
          </ac:spMkLst>
        </pc:spChg>
        <pc:picChg chg="del">
          <ac:chgData name="JORGE MARTINEZ DELGADO" userId="S::jorgma16@ucm.es::94e6bcb6-994d-4bc1-95fa-5c64d1c2da56" providerId="AD" clId="Web-{ADBE9E00-E222-944F-6EBA-9C4A75358E43}" dt="2025-12-10T19:59:49.395" v="52"/>
          <ac:picMkLst>
            <pc:docMk/>
            <pc:sldMk cId="314311781" sldId="258"/>
            <ac:picMk id="4" creationId="{7F807C1A-CEAD-EF0A-94BE-808B5D7C175F}"/>
          </ac:picMkLst>
        </pc:picChg>
        <pc:picChg chg="add mod ord">
          <ac:chgData name="JORGE MARTINEZ DELGADO" userId="S::jorgma16@ucm.es::94e6bcb6-994d-4bc1-95fa-5c64d1c2da56" providerId="AD" clId="Web-{ADBE9E00-E222-944F-6EBA-9C4A75358E43}" dt="2025-12-10T20:04:20.149" v="168" actId="1076"/>
          <ac:picMkLst>
            <pc:docMk/>
            <pc:sldMk cId="314311781" sldId="258"/>
            <ac:picMk id="6" creationId="{B2E49329-A0A6-0FB2-1905-8E3A86937F71}"/>
          </ac:picMkLst>
        </pc:picChg>
      </pc:sldChg>
      <pc:sldChg chg="addSp delSp modSp add replId">
        <pc:chgData name="JORGE MARTINEZ DELGADO" userId="S::jorgma16@ucm.es::94e6bcb6-994d-4bc1-95fa-5c64d1c2da56" providerId="AD" clId="Web-{ADBE9E00-E222-944F-6EBA-9C4A75358E43}" dt="2025-12-10T20:04:34.728" v="176" actId="1076"/>
        <pc:sldMkLst>
          <pc:docMk/>
          <pc:sldMk cId="1891390380" sldId="259"/>
        </pc:sldMkLst>
        <pc:spChg chg="mod">
          <ac:chgData name="JORGE MARTINEZ DELGADO" userId="S::jorgma16@ucm.es::94e6bcb6-994d-4bc1-95fa-5c64d1c2da56" providerId="AD" clId="Web-{ADBE9E00-E222-944F-6EBA-9C4A75358E43}" dt="2025-12-10T20:04:01.117" v="164" actId="20577"/>
          <ac:spMkLst>
            <pc:docMk/>
            <pc:sldMk cId="1891390380" sldId="259"/>
            <ac:spMk id="2" creationId="{10404C0E-2BBE-F0E2-DEA2-EF958AA9F3A8}"/>
          </ac:spMkLst>
        </pc:spChg>
        <pc:spChg chg="del">
          <ac:chgData name="JORGE MARTINEZ DELGADO" userId="S::jorgma16@ucm.es::94e6bcb6-994d-4bc1-95fa-5c64d1c2da56" providerId="AD" clId="Web-{ADBE9E00-E222-944F-6EBA-9C4A75358E43}" dt="2025-12-10T20:04:22.978" v="169"/>
          <ac:spMkLst>
            <pc:docMk/>
            <pc:sldMk cId="1891390380" sldId="259"/>
            <ac:spMk id="5" creationId="{5DF87842-E1E4-EC6E-218B-3EDC72BC612B}"/>
          </ac:spMkLst>
        </pc:spChg>
        <pc:picChg chg="add mod ord">
          <ac:chgData name="JORGE MARTINEZ DELGADO" userId="S::jorgma16@ucm.es::94e6bcb6-994d-4bc1-95fa-5c64d1c2da56" providerId="AD" clId="Web-{ADBE9E00-E222-944F-6EBA-9C4A75358E43}" dt="2025-12-10T20:04:34.728" v="176" actId="1076"/>
          <ac:picMkLst>
            <pc:docMk/>
            <pc:sldMk cId="1891390380" sldId="259"/>
            <ac:picMk id="3" creationId="{FBE6A071-276F-D570-1DE8-CCA381225E44}"/>
          </ac:picMkLst>
        </pc:picChg>
      </pc:sldChg>
      <pc:sldChg chg="addSp delSp modSp add replId">
        <pc:chgData name="JORGE MARTINEZ DELGADO" userId="S::jorgma16@ucm.es::94e6bcb6-994d-4bc1-95fa-5c64d1c2da56" providerId="AD" clId="Web-{ADBE9E00-E222-944F-6EBA-9C4A75358E43}" dt="2025-12-10T20:04:48.573" v="180" actId="1076"/>
        <pc:sldMkLst>
          <pc:docMk/>
          <pc:sldMk cId="1185086323" sldId="260"/>
        </pc:sldMkLst>
        <pc:spChg chg="mod">
          <ac:chgData name="JORGE MARTINEZ DELGADO" userId="S::jorgma16@ucm.es::94e6bcb6-994d-4bc1-95fa-5c64d1c2da56" providerId="AD" clId="Web-{ADBE9E00-E222-944F-6EBA-9C4A75358E43}" dt="2025-12-10T20:02:29.094" v="126" actId="20577"/>
          <ac:spMkLst>
            <pc:docMk/>
            <pc:sldMk cId="1185086323" sldId="260"/>
            <ac:spMk id="2" creationId="{FDDDEA66-F1AF-481A-2622-70E71672000B}"/>
          </ac:spMkLst>
        </pc:spChg>
        <pc:spChg chg="del">
          <ac:chgData name="JORGE MARTINEZ DELGADO" userId="S::jorgma16@ucm.es::94e6bcb6-994d-4bc1-95fa-5c64d1c2da56" providerId="AD" clId="Web-{ADBE9E00-E222-944F-6EBA-9C4A75358E43}" dt="2025-12-10T20:04:41.573" v="177"/>
          <ac:spMkLst>
            <pc:docMk/>
            <pc:sldMk cId="1185086323" sldId="260"/>
            <ac:spMk id="5" creationId="{6982A396-02EF-82F9-B873-59748537BA14}"/>
          </ac:spMkLst>
        </pc:spChg>
        <pc:picChg chg="add mod ord">
          <ac:chgData name="JORGE MARTINEZ DELGADO" userId="S::jorgma16@ucm.es::94e6bcb6-994d-4bc1-95fa-5c64d1c2da56" providerId="AD" clId="Web-{ADBE9E00-E222-944F-6EBA-9C4A75358E43}" dt="2025-12-10T20:04:48.573" v="180" actId="1076"/>
          <ac:picMkLst>
            <pc:docMk/>
            <pc:sldMk cId="1185086323" sldId="260"/>
            <ac:picMk id="3" creationId="{E11A56DA-C4F2-2443-865A-3C5BEB7B0D07}"/>
          </ac:picMkLst>
        </pc:picChg>
      </pc:sldChg>
      <pc:sldChg chg="addSp delSp modSp add replId">
        <pc:chgData name="JORGE MARTINEZ DELGADO" userId="S::jorgma16@ucm.es::94e6bcb6-994d-4bc1-95fa-5c64d1c2da56" providerId="AD" clId="Web-{ADBE9E00-E222-944F-6EBA-9C4A75358E43}" dt="2025-12-10T20:05:36.388" v="192" actId="1076"/>
        <pc:sldMkLst>
          <pc:docMk/>
          <pc:sldMk cId="2237124602" sldId="261"/>
        </pc:sldMkLst>
        <pc:spChg chg="mod">
          <ac:chgData name="JORGE MARTINEZ DELGADO" userId="S::jorgma16@ucm.es::94e6bcb6-994d-4bc1-95fa-5c64d1c2da56" providerId="AD" clId="Web-{ADBE9E00-E222-944F-6EBA-9C4A75358E43}" dt="2025-12-10T20:03:54.210" v="163" actId="20577"/>
          <ac:spMkLst>
            <pc:docMk/>
            <pc:sldMk cId="2237124602" sldId="261"/>
            <ac:spMk id="2" creationId="{0662DC86-D740-769F-1E5A-43A49F8D9931}"/>
          </ac:spMkLst>
        </pc:spChg>
        <pc:spChg chg="del">
          <ac:chgData name="JORGE MARTINEZ DELGADO" userId="S::jorgma16@ucm.es::94e6bcb6-994d-4bc1-95fa-5c64d1c2da56" providerId="AD" clId="Web-{ADBE9E00-E222-944F-6EBA-9C4A75358E43}" dt="2025-12-10T20:05:30.310" v="190"/>
          <ac:spMkLst>
            <pc:docMk/>
            <pc:sldMk cId="2237124602" sldId="261"/>
            <ac:spMk id="5" creationId="{F9AA16D1-289C-4991-EE7E-F0F06946FC48}"/>
          </ac:spMkLst>
        </pc:spChg>
        <pc:picChg chg="add mod ord">
          <ac:chgData name="JORGE MARTINEZ DELGADO" userId="S::jorgma16@ucm.es::94e6bcb6-994d-4bc1-95fa-5c64d1c2da56" providerId="AD" clId="Web-{ADBE9E00-E222-944F-6EBA-9C4A75358E43}" dt="2025-12-10T20:05:36.388" v="192" actId="1076"/>
          <ac:picMkLst>
            <pc:docMk/>
            <pc:sldMk cId="2237124602" sldId="261"/>
            <ac:picMk id="3" creationId="{2370E973-7C86-7657-BA84-7B249A0F7CB6}"/>
          </ac:picMkLst>
        </pc:picChg>
      </pc:sldChg>
      <pc:sldChg chg="addSp delSp modSp add replId">
        <pc:chgData name="JORGE MARTINEZ DELGADO" userId="S::jorgma16@ucm.es::94e6bcb6-994d-4bc1-95fa-5c64d1c2da56" providerId="AD" clId="Web-{ADBE9E00-E222-944F-6EBA-9C4A75358E43}" dt="2025-12-10T20:05:27.106" v="189" actId="1076"/>
        <pc:sldMkLst>
          <pc:docMk/>
          <pc:sldMk cId="1094745265" sldId="262"/>
        </pc:sldMkLst>
        <pc:spChg chg="del">
          <ac:chgData name="JORGE MARTINEZ DELGADO" userId="S::jorgma16@ucm.es::94e6bcb6-994d-4bc1-95fa-5c64d1c2da56" providerId="AD" clId="Web-{ADBE9E00-E222-944F-6EBA-9C4A75358E43}" dt="2025-12-10T20:05:13.106" v="182"/>
          <ac:spMkLst>
            <pc:docMk/>
            <pc:sldMk cId="1094745265" sldId="262"/>
            <ac:spMk id="2" creationId="{5E9C4D8B-E437-022C-7520-56A597E37D2C}"/>
          </ac:spMkLst>
        </pc:spChg>
        <pc:spChg chg="add del mod">
          <ac:chgData name="JORGE MARTINEZ DELGADO" userId="S::jorgma16@ucm.es::94e6bcb6-994d-4bc1-95fa-5c64d1c2da56" providerId="AD" clId="Web-{ADBE9E00-E222-944F-6EBA-9C4A75358E43}" dt="2025-12-10T20:05:21.325" v="186"/>
          <ac:spMkLst>
            <pc:docMk/>
            <pc:sldMk cId="1094745265" sldId="262"/>
            <ac:spMk id="4" creationId="{2F27E525-7BA5-4B03-3118-64B62F205067}"/>
          </ac:spMkLst>
        </pc:spChg>
        <pc:spChg chg="del">
          <ac:chgData name="JORGE MARTINEZ DELGADO" userId="S::jorgma16@ucm.es::94e6bcb6-994d-4bc1-95fa-5c64d1c2da56" providerId="AD" clId="Web-{ADBE9E00-E222-944F-6EBA-9C4A75358E43}" dt="2025-12-10T20:05:16.699" v="183"/>
          <ac:spMkLst>
            <pc:docMk/>
            <pc:sldMk cId="1094745265" sldId="262"/>
            <ac:spMk id="5" creationId="{7AB33AD2-ACE7-03CF-FE05-1821CD04A6B1}"/>
          </ac:spMkLst>
        </pc:spChg>
        <pc:picChg chg="add mod ord">
          <ac:chgData name="JORGE MARTINEZ DELGADO" userId="S::jorgma16@ucm.es::94e6bcb6-994d-4bc1-95fa-5c64d1c2da56" providerId="AD" clId="Web-{ADBE9E00-E222-944F-6EBA-9C4A75358E43}" dt="2025-12-10T20:05:27.106" v="189" actId="1076"/>
          <ac:picMkLst>
            <pc:docMk/>
            <pc:sldMk cId="1094745265" sldId="262"/>
            <ac:picMk id="6" creationId="{E42297FE-AABD-149D-B7C7-841F28D5D9A0}"/>
          </ac:picMkLst>
        </pc:picChg>
      </pc:sldChg>
      <pc:sldMasterChg chg="del delSldLayout">
        <pc:chgData name="JORGE MARTINEZ DELGADO" userId="S::jorgma16@ucm.es::94e6bcb6-994d-4bc1-95fa-5c64d1c2da56" providerId="AD" clId="Web-{ADBE9E00-E222-944F-6EBA-9C4A75358E43}" dt="2025-12-10T19:56:46.987" v="0"/>
        <pc:sldMasterMkLst>
          <pc:docMk/>
          <pc:sldMasterMk cId="2933118997" sldId="2147483648"/>
        </pc:sldMasterMkLst>
        <pc:sldLayoutChg chg="del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2933118997" sldId="2147483648"/>
            <pc:sldLayoutMk cId="2288191458" sldId="2147483649"/>
          </pc:sldLayoutMkLst>
        </pc:sldLayoutChg>
        <pc:sldLayoutChg chg="del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2933118997" sldId="2147483648"/>
            <pc:sldLayoutMk cId="3398174421" sldId="2147483650"/>
          </pc:sldLayoutMkLst>
        </pc:sldLayoutChg>
        <pc:sldLayoutChg chg="del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2933118997" sldId="2147483648"/>
            <pc:sldLayoutMk cId="2339700568" sldId="2147483651"/>
          </pc:sldLayoutMkLst>
        </pc:sldLayoutChg>
        <pc:sldLayoutChg chg="del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2933118997" sldId="2147483648"/>
            <pc:sldLayoutMk cId="979029867" sldId="2147483652"/>
          </pc:sldLayoutMkLst>
        </pc:sldLayoutChg>
        <pc:sldLayoutChg chg="del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2933118997" sldId="2147483648"/>
            <pc:sldLayoutMk cId="1752394269" sldId="2147483653"/>
          </pc:sldLayoutMkLst>
        </pc:sldLayoutChg>
        <pc:sldLayoutChg chg="del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2933118997" sldId="2147483648"/>
            <pc:sldLayoutMk cId="3630658609" sldId="2147483654"/>
          </pc:sldLayoutMkLst>
        </pc:sldLayoutChg>
        <pc:sldLayoutChg chg="del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2933118997" sldId="2147483648"/>
            <pc:sldLayoutMk cId="3682375612" sldId="2147483655"/>
          </pc:sldLayoutMkLst>
        </pc:sldLayoutChg>
        <pc:sldLayoutChg chg="del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2933118997" sldId="2147483648"/>
            <pc:sldLayoutMk cId="1360449816" sldId="2147483656"/>
          </pc:sldLayoutMkLst>
        </pc:sldLayoutChg>
        <pc:sldLayoutChg chg="del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2933118997" sldId="2147483648"/>
            <pc:sldLayoutMk cId="383603595" sldId="2147483657"/>
          </pc:sldLayoutMkLst>
        </pc:sldLayoutChg>
        <pc:sldLayoutChg chg="del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2933118997" sldId="2147483648"/>
            <pc:sldLayoutMk cId="541863252" sldId="2147483658"/>
          </pc:sldLayoutMkLst>
        </pc:sldLayoutChg>
        <pc:sldLayoutChg chg="del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2933118997" sldId="2147483648"/>
            <pc:sldLayoutMk cId="2215096201" sldId="2147483659"/>
          </pc:sldLayoutMkLst>
        </pc:sldLayoutChg>
      </pc:sldMasterChg>
      <pc:sldMasterChg chg="add addSldLayout">
        <pc:chgData name="JORGE MARTINEZ DELGADO" userId="S::jorgma16@ucm.es::94e6bcb6-994d-4bc1-95fa-5c64d1c2da56" providerId="AD" clId="Web-{ADBE9E00-E222-944F-6EBA-9C4A75358E43}" dt="2025-12-10T19:56:46.987" v="0"/>
        <pc:sldMasterMkLst>
          <pc:docMk/>
          <pc:sldMasterMk cId="426803026" sldId="2147483699"/>
        </pc:sldMasterMkLst>
        <pc:sldLayoutChg chg="add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426803026" sldId="2147483699"/>
            <pc:sldLayoutMk cId="2637213874" sldId="2147483688"/>
          </pc:sldLayoutMkLst>
        </pc:sldLayoutChg>
        <pc:sldLayoutChg chg="add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426803026" sldId="2147483699"/>
            <pc:sldLayoutMk cId="2734755341" sldId="2147483689"/>
          </pc:sldLayoutMkLst>
        </pc:sldLayoutChg>
        <pc:sldLayoutChg chg="add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426803026" sldId="2147483699"/>
            <pc:sldLayoutMk cId="3320016770" sldId="2147483690"/>
          </pc:sldLayoutMkLst>
        </pc:sldLayoutChg>
        <pc:sldLayoutChg chg="add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426803026" sldId="2147483699"/>
            <pc:sldLayoutMk cId="138657598" sldId="2147483691"/>
          </pc:sldLayoutMkLst>
        </pc:sldLayoutChg>
        <pc:sldLayoutChg chg="add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426803026" sldId="2147483699"/>
            <pc:sldLayoutMk cId="3077885415" sldId="2147483692"/>
          </pc:sldLayoutMkLst>
        </pc:sldLayoutChg>
        <pc:sldLayoutChg chg="add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426803026" sldId="2147483699"/>
            <pc:sldLayoutMk cId="3281715029" sldId="2147483693"/>
          </pc:sldLayoutMkLst>
        </pc:sldLayoutChg>
        <pc:sldLayoutChg chg="add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426803026" sldId="2147483699"/>
            <pc:sldLayoutMk cId="3735030696" sldId="2147483694"/>
          </pc:sldLayoutMkLst>
        </pc:sldLayoutChg>
        <pc:sldLayoutChg chg="add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426803026" sldId="2147483699"/>
            <pc:sldLayoutMk cId="2004759454" sldId="2147483695"/>
          </pc:sldLayoutMkLst>
        </pc:sldLayoutChg>
        <pc:sldLayoutChg chg="add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426803026" sldId="2147483699"/>
            <pc:sldLayoutMk cId="3325148980" sldId="2147483696"/>
          </pc:sldLayoutMkLst>
        </pc:sldLayoutChg>
        <pc:sldLayoutChg chg="add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426803026" sldId="2147483699"/>
            <pc:sldLayoutMk cId="1194428639" sldId="2147483697"/>
          </pc:sldLayoutMkLst>
        </pc:sldLayoutChg>
        <pc:sldLayoutChg chg="add">
          <pc:chgData name="JORGE MARTINEZ DELGADO" userId="S::jorgma16@ucm.es::94e6bcb6-994d-4bc1-95fa-5c64d1c2da56" providerId="AD" clId="Web-{ADBE9E00-E222-944F-6EBA-9C4A75358E43}" dt="2025-12-10T19:56:46.987" v="0"/>
          <pc:sldLayoutMkLst>
            <pc:docMk/>
            <pc:sldMasterMk cId="426803026" sldId="2147483699"/>
            <pc:sldLayoutMk cId="888822469" sldId="2147483698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30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59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48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28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22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85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13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5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16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7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15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03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99EBD5-ED24-E8C2-F4DE-DB92419CF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56991" y="545235"/>
            <a:ext cx="7144817" cy="3720070"/>
          </a:xfrm>
        </p:spPr>
        <p:txBody>
          <a:bodyPr>
            <a:normAutofit/>
          </a:bodyPr>
          <a:lstStyle/>
          <a:p>
            <a:pPr algn="ctr"/>
            <a:br>
              <a:rPr lang="es-ES" sz="7200" dirty="0"/>
            </a:br>
            <a:br>
              <a:rPr lang="es-ES" sz="7200" dirty="0"/>
            </a:br>
            <a:r>
              <a:rPr lang="es-ES" sz="7200" dirty="0"/>
              <a:t>El </a:t>
            </a:r>
            <a:r>
              <a:rPr lang="es-ES" sz="7200" dirty="0" err="1"/>
              <a:t>titanic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356992" y="5385367"/>
            <a:ext cx="7076670" cy="826366"/>
          </a:xfrm>
        </p:spPr>
        <p:txBody>
          <a:bodyPr anchor="t">
            <a:normAutofit/>
          </a:bodyPr>
          <a:lstStyle/>
          <a:p>
            <a:r>
              <a:rPr lang="es-ES" dirty="0"/>
              <a:t>Jorge Martínez Delgado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2C8322-DE75-9D80-9A42-9F4652A87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52835" y="4943771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3BC39C-07F0-CA0A-6002-D711C2ECC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s-ES" sz="2400" dirty="0"/>
              <a:t>El </a:t>
            </a:r>
            <a:r>
              <a:rPr lang="es-ES" sz="2400" dirty="0" err="1"/>
              <a:t>titanic</a:t>
            </a:r>
            <a:r>
              <a:rPr lang="es-ES" sz="2400" dirty="0"/>
              <a:t> fue un accidente con una tasa de mortalidad alta</a:t>
            </a:r>
            <a:endParaRPr lang="es-ES" sz="2400"/>
          </a:p>
        </p:txBody>
      </p:sp>
      <p:pic>
        <p:nvPicPr>
          <p:cNvPr id="4" name="Marcador de contenido 3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0A3E2844-E689-3373-8058-DDD37603A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4272" y="1566814"/>
            <a:ext cx="5550813" cy="439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44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E14C0-472C-BEA6-753C-D91B7696E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9ED94-F4BE-7E9C-293E-32E84A15C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2. Los datos aportan que se dio el "mujeres y niños primero" pero... </a:t>
            </a:r>
            <a:endParaRPr lang="es-ES" dirty="0"/>
          </a:p>
        </p:txBody>
      </p:sp>
      <p:pic>
        <p:nvPicPr>
          <p:cNvPr id="6" name="Marcador de contenido 5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B2E49329-A0A6-0FB2-1905-8E3A86937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9047" y="1452871"/>
            <a:ext cx="6941563" cy="459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11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10E12-95ED-2E02-60FC-97BA4C09B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04C0E-2BBE-F0E2-DEA2-EF958AA9F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s-ES" sz="2400" dirty="0"/>
              <a:t>3. ...La clase en la que viajases tuvo una influencia significativa y podría explicar... </a:t>
            </a:r>
            <a:endParaRPr lang="es-ES"/>
          </a:p>
        </p:txBody>
      </p:sp>
      <p:pic>
        <p:nvPicPr>
          <p:cNvPr id="3" name="Marcador de contenido 2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FBE6A071-276F-D570-1DE8-CCA381225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9812" y="1823189"/>
            <a:ext cx="6293506" cy="41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390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97D9A-7F43-AEDF-1064-DD1EF0717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DEA66-F1AF-481A-2622-70E716720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3. ...la diferencia de supervivencia de mujeres y niños.</a:t>
            </a:r>
          </a:p>
        </p:txBody>
      </p:sp>
      <p:pic>
        <p:nvPicPr>
          <p:cNvPr id="3" name="Marcador de contenido 2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E11A56DA-C4F2-2443-865A-3C5BEB7B0D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8449" y="1566814"/>
            <a:ext cx="6542759" cy="435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086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AD322-903A-6311-F6F9-4D5521739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2DC86-D740-769F-1E5A-43A49F8D9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s-ES" sz="2400" dirty="0"/>
              <a:t>3. además, aunque el puerto de embarque parece tener influencia, se podría asumir que más bien fue la clase de pasaje que embarcó en cada uno de ellos..</a:t>
            </a:r>
            <a:endParaRPr lang="es-ES"/>
          </a:p>
        </p:txBody>
      </p:sp>
      <p:pic>
        <p:nvPicPr>
          <p:cNvPr id="3" name="Marcador de contenido 2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2370E973-7C86-7657-BA84-7B249A0F7C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8468" y="2221992"/>
            <a:ext cx="5695301" cy="379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124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56F14-754B-E595-AEE0-FF5071E30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E42297FE-AABD-149D-B7C7-841F28D5D9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5895" y="1531207"/>
            <a:ext cx="10480443" cy="395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74526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ChronicleVTI</vt:lpstr>
      <vt:lpstr>  El titanic</vt:lpstr>
      <vt:lpstr>El titanic fue un accidente con una tasa de mortalidad alta</vt:lpstr>
      <vt:lpstr>2. Los datos aportan que se dio el "mujeres y niños primero" pero... </vt:lpstr>
      <vt:lpstr>3. ...La clase en la que viajases tuvo una influencia significativa y podría explicar... </vt:lpstr>
      <vt:lpstr>3. ...la diferencia de supervivencia de mujeres y niños.</vt:lpstr>
      <vt:lpstr>3. además, aunque el puerto de embarque parece tener influencia, se podría asumir que más bien fue la clase de pasaje que embarcó en cada uno de ellos..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61</cp:revision>
  <dcterms:created xsi:type="dcterms:W3CDTF">2025-12-10T19:56:14Z</dcterms:created>
  <dcterms:modified xsi:type="dcterms:W3CDTF">2025-12-10T20:05:40Z</dcterms:modified>
</cp:coreProperties>
</file>